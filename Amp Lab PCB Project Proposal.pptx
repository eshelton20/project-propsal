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0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0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53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8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14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7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04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85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5FF32-1C39-FF36-4735-5D37363123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689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CC4A65-0628-2FCB-4FEC-375AAFB08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Amp Lab PCB 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63228-0D9B-D70C-4CBA-49F4F82D8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Evan Shelton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163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AC66A-E1B7-0843-B284-28D4163F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6382512" cy="1097280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DB5636-7209-441D-A20B-2A24C54D5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30366-056B-E1F2-136D-9164B4CE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236"/>
            <a:ext cx="6382512" cy="3664681"/>
          </a:xfrm>
        </p:spPr>
        <p:txBody>
          <a:bodyPr>
            <a:normAutofit/>
          </a:bodyPr>
          <a:lstStyle/>
          <a:p>
            <a:r>
              <a:rPr lang="en-US" dirty="0"/>
              <a:t>The goal of this project is to transition an IDP home audio project from multiple bread boards to a clean, compact PCB. </a:t>
            </a:r>
          </a:p>
          <a:p>
            <a:r>
              <a:rPr lang="en-US" dirty="0"/>
              <a:t>The PCB has already been designed as well as the circuit of the audio system. The goal is to transfer the circuit to the PCB for permanence and size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5C87E-645F-DC28-4D68-3EBF97B8BD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5" r="2" b="13247"/>
          <a:stretch>
            <a:fillRect/>
          </a:stretch>
        </p:blipFill>
        <p:spPr>
          <a:xfrm>
            <a:off x="7810504" y="1"/>
            <a:ext cx="4381494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579CA8-8EA1-D735-89E2-C1DE16E347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9" r="2" b="5286"/>
          <a:stretch>
            <a:fillRect/>
          </a:stretch>
        </p:blipFill>
        <p:spPr>
          <a:xfrm>
            <a:off x="7810505" y="3429000"/>
            <a:ext cx="438149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3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E318E-C6AD-BEB2-16A4-EC644A21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656" y="1371600"/>
            <a:ext cx="4148354" cy="1097280"/>
          </a:xfrm>
        </p:spPr>
        <p:txBody>
          <a:bodyPr>
            <a:normAutofit/>
          </a:bodyPr>
          <a:lstStyle/>
          <a:p>
            <a:r>
              <a:rPr lang="en-US" sz="3600"/>
              <a:t>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3FF724-42DC-4710-CF5B-5C8CE4002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90" r="-3" b="17003"/>
          <a:stretch>
            <a:fillRect/>
          </a:stretch>
        </p:blipFill>
        <p:spPr>
          <a:xfrm>
            <a:off x="20" y="10"/>
            <a:ext cx="3270173" cy="3428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A5B34-0E34-EF8E-76B5-20CF064B9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21" r="-4" b="4657"/>
          <a:stretch>
            <a:fillRect/>
          </a:stretch>
        </p:blipFill>
        <p:spPr>
          <a:xfrm>
            <a:off x="3270194" y="10"/>
            <a:ext cx="3244907" cy="3428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33F158-82E5-49FE-A6C0-3846AD991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3587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802D2A3-B178-FF52-1A2B-11D05585E1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132" b="40394"/>
          <a:stretch>
            <a:fillRect/>
          </a:stretch>
        </p:blipFill>
        <p:spPr>
          <a:xfrm>
            <a:off x="20" y="3429000"/>
            <a:ext cx="6515080" cy="3429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24FCF-B273-A8F2-5C8B-E7D592231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2655" y="2636205"/>
            <a:ext cx="4148354" cy="3664452"/>
          </a:xfrm>
        </p:spPr>
        <p:txBody>
          <a:bodyPr>
            <a:normAutofit/>
          </a:bodyPr>
          <a:lstStyle/>
          <a:p>
            <a:r>
              <a:rPr lang="en-US" dirty="0"/>
              <a:t>Along side the PCB, I have also designed and printed a 3d-printed enclosure for the audio system what will house the PCB, have ports for audio jacks and Arduino, allow for the potentiometers to be mounted, and view the OLED display.</a:t>
            </a:r>
          </a:p>
        </p:txBody>
      </p:sp>
    </p:spTree>
    <p:extLst>
      <p:ext uri="{BB962C8B-B14F-4D97-AF65-F5344CB8AC3E}">
        <p14:creationId xmlns:p14="http://schemas.microsoft.com/office/powerpoint/2010/main" val="103542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B1E2-5A25-C25C-DF18-AA18AFEC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5D81-600E-9B3E-FCA9-EAD8390A2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has and will challenge me further in aspects of PCB designing and soldering. While I have experience with both, this will be the most complex design and largest soldering task I have ever worked on. These are both useful skills to have in EE and this is a project I am passionate about and would like to use to further my skills while creating a more permanent representation of my IDP project.</a:t>
            </a:r>
          </a:p>
        </p:txBody>
      </p:sp>
    </p:spTree>
    <p:extLst>
      <p:ext uri="{BB962C8B-B14F-4D97-AF65-F5344CB8AC3E}">
        <p14:creationId xmlns:p14="http://schemas.microsoft.com/office/powerpoint/2010/main" val="262620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9D7E-367B-9EEA-7DB2-E6C09B7A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2E99-6A51-C32D-51D5-F9C50F45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cost for the PCB according to JLCPCB will be </a:t>
            </a:r>
          </a:p>
          <a:p>
            <a:pPr lvl="1"/>
            <a:r>
              <a:rPr lang="en-US" dirty="0"/>
              <a:t>Manufacturing: $30.80</a:t>
            </a:r>
          </a:p>
          <a:p>
            <a:pPr lvl="1"/>
            <a:r>
              <a:rPr lang="en-US" dirty="0"/>
              <a:t>Shipping: $29.51</a:t>
            </a:r>
          </a:p>
          <a:p>
            <a:pPr lvl="1"/>
            <a:r>
              <a:rPr lang="en-US" dirty="0"/>
              <a:t>Total: $60.31</a:t>
            </a:r>
          </a:p>
          <a:p>
            <a:r>
              <a:rPr lang="en-US" dirty="0"/>
              <a:t>All the physical components used for the project are included in my lab kit from ECE 1004</a:t>
            </a:r>
          </a:p>
          <a:p>
            <a:r>
              <a:rPr lang="en-US" dirty="0"/>
              <a:t>There are a couple other components needed but I either own them already or have already purchased them: </a:t>
            </a:r>
            <a:r>
              <a:rPr lang="en-US" dirty="0" err="1"/>
              <a:t>ie</a:t>
            </a:r>
            <a:r>
              <a:rPr lang="en-US" dirty="0"/>
              <a:t>. Arduino Nano, 10k potentiometers that can be thread mounted, female audio jacks, and a 12V DC power supply.</a:t>
            </a:r>
          </a:p>
        </p:txBody>
      </p:sp>
    </p:spTree>
    <p:extLst>
      <p:ext uri="{BB962C8B-B14F-4D97-AF65-F5344CB8AC3E}">
        <p14:creationId xmlns:p14="http://schemas.microsoft.com/office/powerpoint/2010/main" val="1405029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1648-9C92-6B7A-FFF8-6405AF22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FC84-5F20-79FC-8E9D-AECD0A611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PCB manufacturing and shipping could take some time potentially upwards of two weeks.</a:t>
            </a:r>
          </a:p>
          <a:p>
            <a:r>
              <a:rPr lang="en-US" dirty="0"/>
              <a:t>Ideally the board could be shipped and arrive on campus by the end of the semester.</a:t>
            </a:r>
          </a:p>
          <a:p>
            <a:r>
              <a:rPr lang="en-US" dirty="0"/>
              <a:t>Once the board does arrive, I am confident the soldering and assembly would be done within the week the board arrives.</a:t>
            </a:r>
          </a:p>
        </p:txBody>
      </p:sp>
    </p:spTree>
    <p:extLst>
      <p:ext uri="{BB962C8B-B14F-4D97-AF65-F5344CB8AC3E}">
        <p14:creationId xmlns:p14="http://schemas.microsoft.com/office/powerpoint/2010/main" val="191308123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331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Amp Lab PCB Project Proposal</vt:lpstr>
      <vt:lpstr>Overview</vt:lpstr>
      <vt:lpstr>Overview</vt:lpstr>
      <vt:lpstr>Educational Value</vt:lpstr>
      <vt:lpstr>Component Cost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Shelton, Evan</dc:creator>
  <cp:lastModifiedBy>Shelton, Evan</cp:lastModifiedBy>
  <cp:revision>1</cp:revision>
  <dcterms:created xsi:type="dcterms:W3CDTF">2026-04-26T20:32:05Z</dcterms:created>
  <dcterms:modified xsi:type="dcterms:W3CDTF">2026-04-26T20:48:27Z</dcterms:modified>
</cp:coreProperties>
</file>